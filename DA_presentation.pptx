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28196"/>
            <a:ext cx="7772400" cy="1470025"/>
          </a:xfrm>
        </p:spPr>
        <p:txBody>
          <a:bodyPr>
            <a:normAutofit fontScale="90000"/>
          </a:bodyPr>
          <a:lstStyle/>
          <a:p>
            <a:r>
              <a:rPr b="1" dirty="0"/>
              <a:t>Predicting Employee Attrition Using Explainable Machine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18602C-2E34-85C1-54AA-0C4B40ADD815}"/>
              </a:ext>
            </a:extLst>
          </p:cNvPr>
          <p:cNvSpPr txBox="1"/>
          <p:nvPr/>
        </p:nvSpPr>
        <p:spPr>
          <a:xfrm>
            <a:off x="1480457" y="2493727"/>
            <a:ext cx="661851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Branch: CSE</a:t>
            </a:r>
          </a:p>
          <a:p>
            <a:r>
              <a:rPr lang="en-IN" sz="3600" dirty="0"/>
              <a:t>Group No. – 10</a:t>
            </a:r>
          </a:p>
          <a:p>
            <a:r>
              <a:rPr lang="en-IN" sz="3600" dirty="0"/>
              <a:t>Members’ Details:</a:t>
            </a:r>
          </a:p>
          <a:p>
            <a:r>
              <a:rPr lang="en-IN" sz="3600" dirty="0"/>
              <a:t>Divyansh Gupta (22CS3025)</a:t>
            </a:r>
          </a:p>
          <a:p>
            <a:r>
              <a:rPr lang="en-IN" sz="3600" dirty="0"/>
              <a:t>Manish Kumar (22CS3037)</a:t>
            </a:r>
          </a:p>
          <a:p>
            <a:r>
              <a:rPr lang="en-IN" sz="3600" dirty="0" err="1"/>
              <a:t>Jigyasu</a:t>
            </a:r>
            <a:r>
              <a:rPr lang="en-IN" sz="3600" dirty="0"/>
              <a:t> Patel (22CS3031)</a:t>
            </a:r>
          </a:p>
          <a:p>
            <a:r>
              <a:rPr lang="en-IN" sz="3600" dirty="0"/>
              <a:t>Nishant Nischal (22CS3042)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Employee attrition is costly: replacing an employee can cost ≈33% of their annual salary and includes hidden costs like lost productivity and morale.</a:t>
            </a:r>
          </a:p>
          <a:p>
            <a:r>
              <a:t>Modern HR teams use data-driven methods and explainable AI (e.g., SHAP) to identify at-risk employees.</a:t>
            </a:r>
          </a:p>
          <a:p>
            <a:r>
              <a:t>Project goal: Build interpretable models to predict attrition and help managers simulate retention scenarios.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IBM HR Analytics Employee Attrition &amp; Performance dataset (1,470 employees, 35 variables).</a:t>
            </a:r>
          </a:p>
          <a:p>
            <a:r>
              <a:t>Demographics: Age, Gender, MaritalStatus</a:t>
            </a:r>
          </a:p>
          <a:p>
            <a:r>
              <a:t>Organisation: Department, JobRole, JobLevel</a:t>
            </a:r>
          </a:p>
          <a:p>
            <a:r>
              <a:t>Compensation: MonthlyIncome, PercentSalaryHike, StockOptionLevel</a:t>
            </a:r>
          </a:p>
          <a:p>
            <a:r>
              <a:t>Satisfaction: JobSatisfaction, EnvironmentSatisfaction, WorkLifeBalance</a:t>
            </a:r>
          </a:p>
          <a:p>
            <a:r>
              <a:t>Work conditions: OverTime, BusinessTravel, YearsAtCompany</a:t>
            </a:r>
          </a:p>
          <a:p>
            <a:r>
              <a:t>Target: Attrition (Yes/No)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steps:</a:t>
            </a:r>
          </a:p>
          <a:p>
            <a:r>
              <a:t>Removed constant features (EmployeeCount, StandardHours, Over18, EmployeeNumber)</a:t>
            </a:r>
          </a:p>
          <a:p>
            <a:r>
              <a:t>One-hot encoded categorical variables and standardised numeric features</a:t>
            </a:r>
          </a:p>
          <a:p>
            <a:r>
              <a:t>Split data into training (75%) and test (25%) sets with balanced class distribution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Exploratory Data Analysis: Attrition &amp; Gender</a:t>
            </a:r>
          </a:p>
        </p:txBody>
      </p:sp>
      <p:pic>
        <p:nvPicPr>
          <p:cNvPr id="3" name="Picture 2" descr="attritio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2743200"/>
          </a:xfrm>
          <a:prstGeom prst="rect">
            <a:avLst/>
          </a:prstGeom>
        </p:spPr>
      </p:pic>
      <p:pic>
        <p:nvPicPr>
          <p:cNvPr id="4" name="Picture 3" descr="gender_attr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1148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About 16% of employees left (class imbalance)</a:t>
            </a:r>
          </a:p>
          <a:p>
            <a:pPr>
              <a:defRPr sz="1400"/>
            </a:pPr>
            <a:r>
              <a:t>Attrition is similar across genders; job factors matter more than gender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EDA: Job Role &amp; Monthly Income</a:t>
            </a:r>
          </a:p>
        </p:txBody>
      </p:sp>
      <p:pic>
        <p:nvPicPr>
          <p:cNvPr id="3" name="Picture 2" descr="jobrole_attr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2743200"/>
          </a:xfrm>
          <a:prstGeom prst="rect">
            <a:avLst/>
          </a:prstGeom>
        </p:spPr>
      </p:pic>
      <p:pic>
        <p:nvPicPr>
          <p:cNvPr id="4" name="Picture 3" descr="monthly_income_attr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1148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High attrition among Laboratory Technicians, Sales Representatives</a:t>
            </a:r>
          </a:p>
          <a:p>
            <a:pPr>
              <a:defRPr sz="1400"/>
            </a:pPr>
            <a:r>
              <a:t>Employees who left generally had lower monthly income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EDA: Age &amp; Tenure</a:t>
            </a:r>
          </a:p>
        </p:txBody>
      </p:sp>
      <p:pic>
        <p:nvPicPr>
          <p:cNvPr id="3" name="Picture 2" descr="age_attr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2743200"/>
          </a:xfrm>
          <a:prstGeom prst="rect">
            <a:avLst/>
          </a:prstGeom>
        </p:spPr>
      </p:pic>
      <p:pic>
        <p:nvPicPr>
          <p:cNvPr id="4" name="Picture 3" descr="years_at_company_attr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1148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Employees who left are younger and have shorter tenure</a:t>
            </a:r>
          </a:p>
          <a:p>
            <a:pPr>
              <a:defRPr sz="1400"/>
            </a:pPr>
            <a:r>
              <a:t>Retention issues often occur early in employment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Models trained with scikit-learn using a preprocessing pipeline:</a:t>
            </a:r>
          </a:p>
          <a:p>
            <a:r>
              <a:t>Logistic Regression: interpretable, uses balanced class weights</a:t>
            </a:r>
          </a:p>
          <a:p>
            <a:r>
              <a:t>Random Forest: ensemble of decision trees capturing non-linear relationships</a:t>
            </a:r>
          </a:p>
          <a:p>
            <a:r>
              <a:t>Gradient Boosting: boosting model with strong accuracy but less interpretability</a:t>
            </a:r>
          </a:p>
          <a:p>
            <a:r>
              <a:t>Preprocessing: one-hot encoding and standardisation to prevent data leakage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4572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ROC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Best balance of precision and recall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Highest accuracy but slight overfitting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Good accuracy; less interpretable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 descr="top10_logistic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0" y="347472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Job role, BusinessTravel, OverTime and EducationField are key drivers</a:t>
            </a:r>
          </a:p>
          <a:p>
            <a:pPr>
              <a:defRPr sz="1400"/>
            </a:pPr>
            <a:r>
              <a:t>Research Directors less likely to leave, Laboratory Technicians more likely to leave</a:t>
            </a:r>
          </a:p>
          <a:p>
            <a:pPr>
              <a:defRPr sz="1400"/>
            </a:pPr>
            <a:r>
              <a:t>Overtime and frequent travel increase attrition risk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Validation and next steps:</a:t>
            </a:r>
          </a:p>
          <a:p>
            <a:r>
              <a:t>Hold-out evaluation: Test accuracy ≈77%, AUC ≈0.81</a:t>
            </a:r>
          </a:p>
          <a:p>
            <a:r>
              <a:t>5-fold cross-validation: mean AUC ≈0.83 confirming stability</a:t>
            </a:r>
          </a:p>
          <a:p>
            <a:r>
              <a:t>Balanced class weights mitigate imbalanced data; SMOTE or cost-sensitive learning could further improve</a:t>
            </a:r>
          </a:p>
          <a:p>
            <a:r>
              <a:t>Actionable recommendations: reduce overtime and travel, improve satisfaction, adjust compensation, create clear career paths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465</Words>
  <Application>Microsoft Office PowerPoint</Application>
  <PresentationFormat>On-screen Show (4:3)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Predicting Employee Attrition Using Explainable Machine Learning</vt:lpstr>
      <vt:lpstr>Introduction &amp; Problem Statement</vt:lpstr>
      <vt:lpstr>Dataset Description</vt:lpstr>
      <vt:lpstr>Data Cleaning &amp; Preprocessing</vt:lpstr>
      <vt:lpstr>PowerPoint Presentation</vt:lpstr>
      <vt:lpstr>PowerPoint Presentation</vt:lpstr>
      <vt:lpstr>PowerPoint Presentation</vt:lpstr>
      <vt:lpstr>Methodology &amp; Models</vt:lpstr>
      <vt:lpstr>Results &amp; Interpretation</vt:lpstr>
      <vt:lpstr>Validation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Manish Kumar</dc:creator>
  <cp:keywords/>
  <dc:description>generated using python-pptx</dc:description>
  <cp:lastModifiedBy>Manish Kumar</cp:lastModifiedBy>
  <cp:revision>3</cp:revision>
  <dcterms:created xsi:type="dcterms:W3CDTF">2013-01-27T09:14:16Z</dcterms:created>
  <dcterms:modified xsi:type="dcterms:W3CDTF">2025-11-25T08:28:39Z</dcterms:modified>
  <cp:category/>
</cp:coreProperties>
</file>